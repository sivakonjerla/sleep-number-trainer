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Sleep Number Sales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MVP Overview &amp; Requirements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Traditional sales training faces key limitations:</a:t>
            </a:r>
            <a:br/>
            <a:br/>
            <a:r>
              <a:t>• Inconsistent Practice Opportunities</a:t>
            </a:r>
            <a:br/>
            <a:r>
              <a:t>  Sales professionals have limited chances to practice discovery conversations</a:t>
            </a:r>
            <a:br/>
            <a:br/>
            <a:r>
              <a:t>• Lack of Real-Time Feedback</a:t>
            </a:r>
            <a:br/>
            <a:r>
              <a:t>  No immediate coaching on questioning techniques and discovery skills</a:t>
            </a:r>
            <a:br/>
            <a:br/>
            <a:r>
              <a:t>• Scalability Constraints</a:t>
            </a:r>
            <a:br/>
            <a:r>
              <a:t>  Difficult to provide personalized training across all stores and teams</a:t>
            </a:r>
            <a:br/>
            <a:br/>
            <a:r>
              <a:t>• High Stakes Learning</a:t>
            </a:r>
            <a:br/>
            <a:r>
              <a:t>  Practicing on real customers means learning from mistakes that cost sales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AI-Powered Voice Sales Trainer</a:t>
            </a:r>
            <a:br/>
            <a:br/>
            <a:r>
              <a:t>An interactive simulation tool that allows Sales Professionals to:</a:t>
            </a:r>
            <a:br/>
            <a:br/>
            <a:r>
              <a:t>• Practice Step 1: Connect &amp; Discover in a safe environment</a:t>
            </a:r>
            <a:br/>
            <a:br/>
            <a:r>
              <a:t>• Engage with realistic AI-powered customer personas</a:t>
            </a:r>
            <a:br/>
            <a:br/>
            <a:r>
              <a:t>• Use natural voice conversation (no typing required)</a:t>
            </a:r>
            <a:br/>
            <a:br/>
            <a:r>
              <a:t>• Receive instant, detailed coaching feedback</a:t>
            </a:r>
            <a:br/>
            <a:br/>
            <a:r>
              <a:t>• Train anytime, anywhere — on demand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is Step 1: Connect &amp;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Purpose: Build trust and understand what matters most to the customer</a:t>
            </a:r>
            <a:br/>
            <a:br/>
            <a:r>
              <a:t>Key Actions for Sales Professionals:</a:t>
            </a:r>
            <a:br/>
            <a:r>
              <a:t>• Extend a warm, genuine greeting</a:t>
            </a:r>
            <a:br/>
            <a:r>
              <a:t>• Introduce yourself naturally</a:t>
            </a:r>
            <a:br/>
            <a:r>
              <a:t>• Share your Sleep Number setting / SleepIQ score when appropriate</a:t>
            </a:r>
            <a:br/>
            <a:r>
              <a:t>• Ask open-ended questions to discover:</a:t>
            </a:r>
            <a:br/>
            <a:r>
              <a:t>    - What the customer knows about Sleep Number</a:t>
            </a:r>
            <a:br/>
            <a:r>
              <a:t>    - Where they are in their mattress-buying journey</a:t>
            </a:r>
            <a:br/>
            <a:r>
              <a:t>    - Their sleep issues (pain, temperature, restlessness)</a:t>
            </a:r>
            <a:br/>
            <a:r>
              <a:t>    - Emotional drivers ("I just want to sleep better…")</a:t>
            </a:r>
            <a:br/>
            <a:r>
              <a:t>    - Partner sleep needs (if they share the bed)</a:t>
            </a:r>
            <a:br/>
            <a:br/>
            <a:r>
              <a:t>Customer Should Feel: Welcomed • Comfortable • Heard • Understood • Supported</a:t>
            </a:r>
            <a:br/>
            <a:br/>
            <a:r>
              <a:t>Outcome: A strong foundation of trust for an effective WOW &amp; IndividualFit experience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How the Trainer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Simple 3-Step Experience:</a:t>
            </a:r>
            <a:br/>
            <a:br/>
            <a:br/>
            <a:r>
              <a:t>1. SELECT A CUSTOMER PERSONA</a:t>
            </a:r>
            <a:br/>
            <a:r>
              <a:t>   Choose from 12 realistic customer types or start with a random customer</a:t>
            </a:r>
            <a:br/>
            <a:br/>
            <a:br/>
            <a:r>
              <a:t>2. PRACTICE THE CONVERSATION</a:t>
            </a:r>
            <a:br/>
            <a:r>
              <a:t>   Speak naturally using voice — the AI customer responds realistically</a:t>
            </a:r>
            <a:br/>
            <a:r>
              <a:t>   based on your questions and approach</a:t>
            </a:r>
            <a:br/>
            <a:br/>
            <a:br/>
            <a:r>
              <a:t>3. RECEIVE COACHING REPORT</a:t>
            </a:r>
            <a:br/>
            <a:r>
              <a:t>   Get immediate feedback with scoring across 7 key discovery areas</a:t>
            </a:r>
            <a:br/>
            <a:r>
              <a:t>   plus specific suggestions for improvement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[ LIVE DEMO / SCREENSHOTS ]</a:t>
            </a:r>
            <a:br/>
            <a:br/>
            <a:br/>
            <a:r>
              <a:t>Key Interface Elements:</a:t>
            </a:r>
            <a:br/>
            <a:br/>
            <a:r>
              <a:t>• Clean, branded interface</a:t>
            </a:r>
            <a:br/>
            <a:r>
              <a:t>• One-tap voice activation (hold to speak)</a:t>
            </a:r>
            <a:br/>
            <a:r>
              <a:t>• Real-time speech recognition</a:t>
            </a:r>
            <a:br/>
            <a:r>
              <a:t>• AI customer speaks responses aloud</a:t>
            </a:r>
            <a:br/>
            <a:r>
              <a:t>• Visual conversation transcript</a:t>
            </a:r>
            <a:br/>
            <a:r>
              <a:t>• End session triggers coaching report</a:t>
            </a:r>
            <a:br/>
            <a:br/>
            <a:br/>
            <a:r>
              <a:t>Voice-First Design: No typing required — practice feels like a real conversation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MVP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4B8C"/>
                </a:solidFill>
              </a:defRPr>
            </a:pPr>
            <a:r>
              <a:t>INCLUDED IN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333333"/>
                </a:solidFill>
              </a:defRPr>
            </a:pPr>
            <a:r>
              <a:t>✓ Step 1: Connect &amp; Discover</a:t>
            </a:r>
            <a:br/>
            <a:br/>
            <a:r>
              <a:t>✓ 12 realistic customer personas</a:t>
            </a:r>
            <a:br/>
            <a:br/>
            <a:r>
              <a:t>✓ Voice-based interaction</a:t>
            </a:r>
            <a:br/>
            <a:br/>
            <a:r>
              <a:t>✓ AI-powered responses</a:t>
            </a:r>
            <a:br/>
            <a:br/>
            <a:r>
              <a:t>✓ Automated coaching scorecard</a:t>
            </a:r>
            <a:br/>
            <a:br/>
            <a:r>
              <a:t>✓ Scoring across 7 areas</a:t>
            </a:r>
            <a:br/>
            <a:br/>
            <a:r>
              <a:t>✓ Session review</a:t>
            </a:r>
            <a:br/>
            <a:br/>
            <a:r>
              <a:t>✓ Branded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4B8C"/>
                </a:solidFill>
              </a:defRPr>
            </a:pPr>
            <a:r>
              <a:t>FUTURE PHASES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333333"/>
                </a:solidFill>
              </a:defRPr>
            </a:pPr>
            <a:r>
              <a:t>○ Steps 2-6 training modules</a:t>
            </a:r>
            <a:br/>
            <a:br/>
            <a:r>
              <a:t>○ Manager dashboard</a:t>
            </a:r>
            <a:br/>
            <a:br/>
            <a:r>
              <a:t>○ Progress tracking</a:t>
            </a:r>
            <a:br/>
            <a:br/>
            <a:r>
              <a:t>○ LMS integration</a:t>
            </a:r>
            <a:br/>
            <a:br/>
            <a:r>
              <a:t>○ Mobile app version</a:t>
            </a:r>
            <a:br/>
            <a:br/>
            <a:r>
              <a:t>○ Custom personas</a:t>
            </a:r>
            <a:br/>
            <a:br/>
            <a:r>
              <a:t>○ Team reports</a:t>
            </a:r>
            <a:br/>
            <a:br/>
            <a:r>
              <a:t>○ Gamification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12 Customer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Each persona has unique personality, buying stage, sleep issues, and communication style:</a:t>
            </a:r>
            <a:br/>
            <a:br/>
            <a:r>
              <a:t>• The Just Curious Browser          • The Serious Researcher</a:t>
            </a:r>
            <a:br/>
            <a:r>
              <a:t>• The Ready-to-Buy Shopper        • The Skeptical Customer</a:t>
            </a:r>
            <a:br/>
            <a:r>
              <a:t>• The Chatty Storyteller              • The Rushed Customer</a:t>
            </a:r>
            <a:br/>
            <a:r>
              <a:t>• The Tech Lover                         • The Pain Struggler</a:t>
            </a:r>
            <a:br/>
            <a:r>
              <a:t>• The Hot Sleeper                        • The Disturbed Sleeper</a:t>
            </a:r>
            <a:br/>
            <a:r>
              <a:t>• The Budget-Conscious              • The Older Couple</a:t>
            </a:r>
            <a:br/>
            <a:br/>
            <a:br/>
            <a:r>
              <a:t>Personas vary across:</a:t>
            </a:r>
            <a:br/>
            <a:r>
              <a:t>• Personality type (reserved, analytical, guarded, energetic, impatient)</a:t>
            </a:r>
            <a:br/>
            <a:r>
              <a:t>• Buying stage (browsing, comparing, ready to buy)</a:t>
            </a:r>
            <a:br/>
            <a:r>
              <a:t>• Sleep issues (pain, temperature, partner disturbance, restlessness)</a:t>
            </a:r>
            <a:br/>
            <a:r>
              <a:t>• Prior knowledge (none to extensive research)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Coaching &amp;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Automated Performance Scorecard (0-100 points)</a:t>
            </a:r>
            <a:br/>
            <a:br/>
            <a:r>
              <a:t>SCORING CATEGORIES:</a:t>
            </a:r>
            <a:br/>
            <a:r>
              <a:t>• Warm greeting                                                     10 points</a:t>
            </a:r>
            <a:br/>
            <a:r>
              <a:t>• Introduction + Sleep Number setting mention      10 points</a:t>
            </a:r>
            <a:br/>
            <a:r>
              <a:t>• Open-ended questions                                         25 points</a:t>
            </a:r>
            <a:br/>
            <a:r>
              <a:t>• Discovered prior knowledge                                 15 points</a:t>
            </a:r>
            <a:br/>
            <a:r>
              <a:t>• Discovered buying stage                                      10 points</a:t>
            </a:r>
            <a:br/>
            <a:r>
              <a:t>• Discovered sleep issues / hot buttons                 20 points</a:t>
            </a:r>
            <a:br/>
            <a:r>
              <a:t>• Discovered partner needs                                    10 points</a:t>
            </a:r>
            <a:br/>
            <a:br/>
            <a:br/>
            <a:r>
              <a:t>COACHING REPORT INCLUDES:</a:t>
            </a:r>
            <a:br/>
            <a:r>
              <a:t>• What they did well</a:t>
            </a:r>
            <a:br/>
            <a:r>
              <a:t>• Missed opportunities</a:t>
            </a:r>
            <a:br/>
            <a:r>
              <a:t>• Specific phrasing suggestions</a:t>
            </a:r>
            <a:br/>
            <a:r>
              <a:t>• Gold-standard example conversation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Discussion: Your Input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333333"/>
                </a:solidFill>
              </a:defRPr>
            </a:pPr>
            <a:r>
              <a:t>We'd like your feedback on the following:</a:t>
            </a:r>
            <a:br/>
            <a:br/>
            <a:r>
              <a:t>TARGET USERS</a:t>
            </a:r>
            <a:br/>
            <a:r>
              <a:t>• Who should have access first? (New hires, all associates, specific regions?)</a:t>
            </a:r>
            <a:br/>
            <a:br/>
            <a:r>
              <a:t>DEPLOYMENT</a:t>
            </a:r>
            <a:br/>
            <a:r>
              <a:t>• Preferred access method? (Web app, mobile, integrated into existing tools?)</a:t>
            </a:r>
            <a:br/>
            <a:br/>
            <a:r>
              <a:t>CONTENT</a:t>
            </a:r>
            <a:br/>
            <a:r>
              <a:t>• Are the 12 personas representative of your customer base?</a:t>
            </a:r>
            <a:br/>
            <a:r>
              <a:t>• Any specific customer scenarios we should add?</a:t>
            </a:r>
            <a:br/>
            <a:br/>
            <a:r>
              <a:t>INTEGRATION</a:t>
            </a:r>
            <a:br/>
            <a:r>
              <a:t>• Should this connect to existing LMS or training platforms?</a:t>
            </a:r>
            <a:br/>
            <a:r>
              <a:t>• Interest in manager dashboards or reporting?</a:t>
            </a:r>
            <a:br/>
            <a:br/>
            <a:r>
              <a:t>SUCCESS METRICS</a:t>
            </a:r>
            <a:br/>
            <a:r>
              <a:t>• How should we measure training effectiveness?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
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137160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🎙️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Sleep Number Sales Trainer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MVP Overview &amp; Requirements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7190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Inconsistent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Sales professionals have limited chances to practice discovery conversations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64592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7190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No Real-Time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No immediate coaching on questioning techniques and discovery skills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260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Scalability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91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Difficult to provide personalized training across all stores and teams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92608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299923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260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High Stakes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91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Practicing on real customers means learning from mistakes that cost sales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Solution: AI-Powered Voice Trainer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7190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Safe Practice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Practice Step 1: Connect &amp; Discover without risk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64592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7190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Realistic AI 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Engage with 12 unique customer personas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260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Natural Voice Conversation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91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No typing required — speak naturally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92608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299923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260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Instant Coaching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91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Get detailed scoring and improvement suggestions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Step 1: Connect &amp; Discover?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Purpose: Build trust and understand what matters most to the customer</a:t>
            </a:r>
            <a:br/>
            <a:br/>
            <a:r>
              <a:t>Key Actions for Sales Professionals:</a:t>
            </a:r>
            <a:br/>
            <a:r>
              <a:t>  •  Extend a warm, genuine greeting</a:t>
            </a:r>
            <a:br/>
            <a:r>
              <a:t>  •  Introduce yourself naturally</a:t>
            </a:r>
            <a:br/>
            <a:r>
              <a:t>  •  Share your Sleep Number setting / SleepIQ score when appropriate</a:t>
            </a:r>
            <a:br/>
            <a:r>
              <a:t>  •  Ask open-ended questions to discover:</a:t>
            </a:r>
            <a:br/>
            <a:r>
              <a:t>        → What the customer knows about Sleep Number</a:t>
            </a:r>
            <a:br/>
            <a:r>
              <a:t>        → Where they are in their mattress-buying journey</a:t>
            </a:r>
            <a:br/>
            <a:r>
              <a:t>        → Their sleep issues (pain, temperature, restlessness)</a:t>
            </a:r>
            <a:br/>
            <a:r>
              <a:t>        → Emotional drivers ("I just want to sleep better…")</a:t>
            </a:r>
            <a:br/>
            <a:r>
              <a:t>        → Partner sleep needs (if they share the bed)</a:t>
            </a:r>
            <a:br/>
            <a:br/>
            <a:r>
              <a:t>Customer Should Feel:  🤝 Welcomed  •  😊 Comfortable  •  👂 Heard  •  💭 Understood  •  🤗 Supported</a:t>
            </a:r>
            <a:br/>
            <a:br/>
            <a:r>
              <a:t>Outcome: A strong foundation of trust for an effective WOW &amp; IndividualFit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the Trainer Works</a:t>
            </a:r>
          </a:p>
        </p:txBody>
      </p:sp>
      <p:sp>
        <p:nvSpPr>
          <p:cNvPr id="5" name="Oval 4"/>
          <p:cNvSpPr/>
          <p:nvPr/>
        </p:nvSpPr>
        <p:spPr>
          <a:xfrm>
            <a:off x="2011680" y="1645920"/>
            <a:ext cx="914400" cy="914400"/>
          </a:xfrm>
          <a:prstGeom prst="ellipse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7373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4B8C"/>
                </a:solidFill>
              </a:defRPr>
            </a:pPr>
            <a:r>
              <a:t>SELECT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Choose from 12 realistic customer types or start with a random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59" y="18288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4B8C"/>
                </a:solidFill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5760719" y="1645920"/>
            <a:ext cx="914400" cy="914400"/>
          </a:xfrm>
          <a:prstGeom prst="ellipse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19" y="17373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5661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4B8C"/>
                </a:solidFill>
              </a:defRPr>
            </a:pPr>
            <a:r>
              <a:t>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41148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Speak naturally — the AI customer responds based on your questions and 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8288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4B8C"/>
                </a:solidFill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0" y="1645920"/>
            <a:ext cx="914400" cy="914400"/>
          </a:xfrm>
          <a:prstGeom prst="ellipse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73736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7432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/>
            </a:pPr>
            <a: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4B8C"/>
                </a:solidFill>
              </a:defRPr>
            </a:pPr>
            <a:r>
              <a:t>GET COACHED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1480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Receive scoring across 7 key areas plus specific improvement suggestions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🖥️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                                    [ LIVE DEMO / SCREENSHOTS ]</a:t>
            </a:r>
            <a:br/>
            <a:br/>
            <a:br/>
            <a:r>
              <a:t>Key Interface Elements:</a:t>
            </a:r>
            <a:br/>
            <a:br/>
            <a:r>
              <a:t>    🎨  Clean, branded interface</a:t>
            </a:r>
            <a:br/>
            <a:r>
              <a:t>    👆  One-tap voice activation (hold to speak)</a:t>
            </a:r>
            <a:br/>
            <a:r>
              <a:t>    🎤  Real-time speech recognition  </a:t>
            </a:r>
            <a:br/>
            <a:r>
              <a:t>    🔊  AI customer speaks responses aloud</a:t>
            </a:r>
            <a:br/>
            <a:r>
              <a:t>    📝  Visual conversation transcript</a:t>
            </a:r>
            <a:br/>
            <a:r>
              <a:t>    ✅  End session triggers coaching report</a:t>
            </a:r>
            <a:br/>
            <a:br/>
            <a:br/>
            <a:r>
              <a:t>💬  Voice-First Design: No typing required — practice feels like a real conversation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MVP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✅  INCLUDED IN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Step 1: Connect &amp; 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12 realistic customer personas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Voice-based interaction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AI-powered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Automated coaching 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Scoring across 7 areas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Session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2120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 Branded interface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463040"/>
            <a:ext cx="18288" cy="457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46464"/>
                </a:solidFill>
              </a:defRPr>
            </a:pPr>
            <a:r>
              <a:t>🔮  FUTURE PHASES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○  Steps 2-6 training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○  Manager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○  Progress tracking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832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○  LMS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8404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○  Mobile app 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976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○  Custom persona creation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548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○  Team performance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1208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787878"/>
                </a:solidFill>
              </a:defRPr>
            </a:pPr>
            <a:r>
              <a:t>○  Gamification features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12 Customer Personas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7190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Just Curious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11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Reserved, browsing, mild sleep issues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164592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6752" y="171907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Serious Researcher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0116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Analytical, comparing options, researched online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92608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9923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260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Ready-to-Buy Shopper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291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Direct, ready to decide, wants back relief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0" y="292608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299923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2608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Skeptical 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29184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Guarded, unsure, friend had mixed experience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" y="420624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427939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062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Chatty Storyteller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5720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Energetic, talkative, partner snores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0" y="4206240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4279392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20624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Rushed Customer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720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Impatient, limited time, hip discomfort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5486399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559551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486399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Tech Lover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852159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Excited by data, SleepIQ curious</a:t>
            </a:r>
          </a:p>
        </p:txBody>
      </p:sp>
      <p:sp>
        <p:nvSpPr>
          <p:cNvPr id="33" name="Oval 32"/>
          <p:cNvSpPr/>
          <p:nvPr/>
        </p:nvSpPr>
        <p:spPr>
          <a:xfrm>
            <a:off x="5943600" y="5486399"/>
            <a:ext cx="640080" cy="640080"/>
          </a:xfrm>
          <a:prstGeom prst="ellipse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5559551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😣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486399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B8C"/>
                </a:solidFill>
              </a:defRPr>
            </a:pPr>
            <a:r>
              <a:t>Pain Struggler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852159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Frustrated, serious buyer, back/hip pain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Coaching &amp;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Automated Performance Scorecard (0-100 points)</a:t>
            </a:r>
            <a:br/>
            <a:br/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SCORING CATEGORIES              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├─────────────────────────────────────────────────────────────┤</a:t>
            </a:r>
            <a:br/>
            <a:r>
              <a:t>│  👋  Warm greeting                                 10 pts   │</a:t>
            </a:r>
            <a:br/>
            <a:r>
              <a:t>│  🙋  Introduction + Sleep Number setting mention   10 pts   │</a:t>
            </a:r>
            <a:br/>
            <a:r>
              <a:t>│  ❓  Open-ended questions                          25 pts   │</a:t>
            </a:r>
            <a:br/>
            <a:r>
              <a:t>│  🧠  Discovered prior knowledge                    15 pts   │</a:t>
            </a:r>
            <a:br/>
            <a:r>
              <a:t>│  🛒  Discovered buying stage                       10 pts   │</a:t>
            </a:r>
            <a:br/>
            <a:r>
              <a:t>│  😴  Discovered sleep issues / hot buttons         20 pts   │</a:t>
            </a:r>
            <a:br/>
            <a:r>
              <a:t>│  👫  Discovered partner needs                      10 pts   │</a:t>
            </a:r>
            <a:br/>
            <a:r>
              <a:t>└─────────────────────────────────────────────────────────────┘</a:t>
            </a:r>
            <a:br/>
            <a:br/>
            <a:r>
              <a:t>📋  COACHING REPORT INCLUDES:</a:t>
            </a:r>
            <a:br/>
            <a:r>
              <a:t>     •  What they did well</a:t>
            </a:r>
            <a:br/>
            <a:r>
              <a:t>     •  Missed opportunities  </a:t>
            </a:r>
            <a:br/>
            <a:r>
              <a:t>     •  Specific phrasing suggestions</a:t>
            </a:r>
            <a:br/>
            <a:r>
              <a:t>     •  Gold-standard example conversation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Discussion: Your Input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We'd like your feedback on the following:</a:t>
            </a:r>
            <a:br/>
            <a:br/>
            <a:r>
              <a:t>👥  TARGET USERS</a:t>
            </a:r>
            <a:br/>
            <a:r>
              <a:t>     •  Who should have access first? (New hires, all associates, specific regions?)</a:t>
            </a:r>
            <a:br/>
            <a:br/>
            <a:r>
              <a:t>🌐  DEPLOYMENT  </a:t>
            </a:r>
            <a:br/>
            <a:r>
              <a:t>     •  Preferred access method? (Web app, mobile, integrated into existing tools?)</a:t>
            </a:r>
            <a:br/>
            <a:br/>
            <a:r>
              <a:t>📝  CONTENT</a:t>
            </a:r>
            <a:br/>
            <a:r>
              <a:t>     •  Are the 12 personas representative of your customer base?</a:t>
            </a:r>
            <a:br/>
            <a:r>
              <a:t>     •  Any specific customer scenarios we should add?</a:t>
            </a:r>
            <a:br/>
            <a:br/>
            <a:r>
              <a:t>🔗  INTEGRATION</a:t>
            </a:r>
            <a:br/>
            <a:r>
              <a:t>     •  Should this connect to existing LMS or training platforms?</a:t>
            </a:r>
            <a:br/>
            <a:r>
              <a:t>     •  Interest in manager dashboards or reporting?</a:t>
            </a:r>
            <a:br/>
            <a:br/>
            <a:r>
              <a:t>📈  SUCCESS METRICS</a:t>
            </a:r>
            <a:br/>
            <a:r>
              <a:t>     •  How should we measure training effectiveness?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-914400"/>
            <a:ext cx="2743200" cy="2743200"/>
          </a:xfrm>
          <a:prstGeom prst="ellipse">
            <a:avLst/>
          </a:prstGeom>
          <a:solidFill>
            <a:srgbClr val="0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0" y="2011680"/>
            <a:ext cx="1097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/>
            </a:pPr>
            <a: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